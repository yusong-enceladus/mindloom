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实验室安全培训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合成数据 · 仅供评测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C83C32"/>
                </a:solidFill>
              </a:rPr>
              <a:t>合成数据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为什么重要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去年共发生 5 起可避免的事故</a:t>
            </a:r>
          </a:p>
          <a:p>
            <a:r>
              <a:t>大部分源于流程不清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C83C32"/>
                </a:solidFill>
              </a:rPr>
              <a:t>合成数据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实验室安全培训</dc:title>
  <dc:subject/>
  <dc:creator>synthetic</dc:creator>
  <cp:keywords/>
  <dc:description>generated using python-pptx</dc:description>
  <cp:lastModifiedBy>Steve Canny</cp:lastModifiedBy>
  <cp:revision>1</cp:revision>
  <dcterms:created xsi:type="dcterms:W3CDTF">2026-10-01T09:00:00Z</dcterms:created>
  <dcterms:modified xsi:type="dcterms:W3CDTF">2026-10-01T09:00:00Z</dcterms:modified>
  <cp:category/>
</cp:coreProperties>
</file>
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run42 用 cosine 学习率，warmup 2k 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LoomNet 进展汇报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贺一鸣 · 组会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run37 主实验完成：LongVid-QA 平均 76.9%</a:t>
            </a:r>
          </a:p>
          <a:p>
            <a:r>
              <a:t>memory_slots 消融：64 最优（76.9%），128 显存 57GB</a:t>
            </a:r>
          </a:p>
          <a:p>
            <a:r>
              <a:t>run42 已启动：学习率 3e-4，预计 10月14日出结果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算力安排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陶然预留 16 卡：10月13日—10月20日</a:t>
            </a:r>
          </a:p>
          <a:p>
            <a:r>
              <a:t>新服务器第一台预计 10月16日到货，用于补充材料实验</a:t>
            </a:r>
          </a:p>
          <a:p>
            <a:r>
              <a:t>已用 1,568 GPU·时，剩余 432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LoomNet 进展汇报</dc:title>
  <dc:subject/>
  <dc:creator>synthetic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
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产品组周报（3月22日—3月26日）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合成数据 · 仅供评测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产品组周报（3月22日—3月26日）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填写人：龚博文</a:t>
            </a:r>
          </a:p>
          <a:p>
            <a:r>
              <a:t>整体进度：72%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两名同事休假，人手紧张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提交季度汇报</a:t>
            </a:r>
          </a:p>
          <a:p>
            <a:r>
              <a:t>周五前同步进度</a:t>
            </a:r>
          </a:p>
          <a:p>
            <a:r>
              <a:t>（合成数据）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3C32"/>
                </a:solidFill>
              </a:rPr>
              <a:t>合成数据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产品组周报（3月22日—3月26日）</dc:title>
  <dc:subject/>
  <dc:creator>synthetic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
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Status Update: Website Redesign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data · evaluation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 Update: Website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Owner: Lucas Meyer</a:t>
            </a:r>
          </a:p>
          <a:p>
            <a:r>
              <a:t>Overall status: Red</a:t>
            </a:r>
          </a:p>
          <a:p>
            <a:r>
              <a:t>Budget: USD 271,000</a:t>
            </a:r>
          </a:p>
          <a:p>
            <a:r>
              <a:t>Budget spent: 39%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API rate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update due on 2026-04-10. Synthetic report for evaluation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 Update: Website Redesign</dc:title>
  <dc:subject/>
  <dc:creator>synthetic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
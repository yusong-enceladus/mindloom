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夏令营预算与实际支出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合成数据 · 仅供评测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夏令营预算与实际支出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夏令营总预算 59,500 元，实际支出 60,300 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夏令营预算与实际支出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预算最大的类别是人员。（合成数据）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夏令营预算与实际支出</dc:title>
  <dc:subject/>
  <dc:creator>synthetic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